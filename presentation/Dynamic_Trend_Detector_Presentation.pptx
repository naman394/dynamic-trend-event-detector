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t>Project 8: Dynamic Trend &amp; Event Detector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Deep Semantic Evolution Framework for Societal Narrative Monitoring</a:t>
            </a:r>
          </a:p>
          <a:p/>
          <a:p>
            <a:r>
              <a:t>Navnit Naman (230085) &amp; Kanhaiya Kumar (230062)</a:t>
            </a:r>
          </a:p>
          <a:p>
            <a:r>
              <a:t>Newton School of Technology, Rishihood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information streams (News, Social Media) are high-velocity and overwhelming.</a:t>
            </a:r>
          </a:p>
          <a:p>
            <a:pPr/>
            <a:r>
              <a:t>Traditional keyword counters miss the 'fluidity' of meaning (e.g., Inflation vs. Price Hike).</a:t>
            </a:r>
          </a:p>
          <a:p>
            <a:pPr/>
            <a:r>
              <a:t>Challenge: Distinguishing routine reporting from structural societal ruptures.</a:t>
            </a:r>
          </a:p>
          <a:p>
            <a:pPr/>
            <a:r>
              <a:t>Domain: Social Media Analytics, Journalism, and Policy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Layered 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ML: Statistical TF-IDF for rapid word-frequency tracking.</a:t>
            </a:r>
          </a:p>
          <a:p>
            <a:pPr/>
            <a:r>
              <a:t>Advanced ML: Probabilistic LDA (Latent Dirichlet Allocation) for thematic discovery.</a:t>
            </a:r>
          </a:p>
          <a:p>
            <a:pPr/>
            <a:r>
              <a:t>Deep Learning: BERTopic (Transformer-based) for high-precision clustering.</a:t>
            </a:r>
          </a:p>
          <a:p>
            <a:pPr/>
            <a:r>
              <a:t>Why 3 Layers? To compare baseline accuracy against deep semantic trajectories.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Innovation: Semantic Velocity (Vs)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Tracking 'Narrative Movement' using SBERT (Sentence-BERT).</a:t>
            </a:r>
          </a:p>
          <a:p>
            <a:pPr/>
            <a:r>
              <a:t>Calculates Cosine Distance between centroids of consecutive time-buckets.</a:t>
            </a:r>
          </a:p>
          <a:p>
            <a:pPr/>
            <a:r>
              <a:t>Formula: Vs = 1 - CosineSimilarity(Centroid_Tn, Centroid_Tn+1).</a:t>
            </a:r>
          </a:p>
          <a:p>
            <a:pPr/>
            <a:r>
              <a:t>Detects 'Narrative Ruptures'—major geopolitical or societal events as they happen.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Source: GDELT Global Knowledge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Integrates 15-minute global snapshots from 100+ languages.</a:t>
            </a:r>
          </a:p>
          <a:p>
            <a:pPr/>
            <a:r>
              <a:t>Captures 'Themes' (What?) and 'Tone' (Sentiment/How?).</a:t>
            </a:r>
          </a:p>
          <a:p>
            <a:pPr/>
            <a:r>
              <a:t>Enables cross-referencing historical headlines with immediate global signals.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Extra Mile: Event Impact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 Score (Si) = Semantic Uniqueness x Intensity (|Tone|).</a:t>
            </a:r>
          </a:p>
          <a:p>
            <a:pPr/>
            <a:r>
              <a:t>Quantifies importance: A unique and emotional thread is a priority signal.</a:t>
            </a:r>
          </a:p>
          <a:p>
            <a:pPr/>
            <a:r>
              <a:t>Helps analysts ignore background noise and focus on high-impact breakthroughs.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The ABC News Case Study (2003)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identified a major Semantic Velocity rupture (Vs = 0.4921) in May 2003.</a:t>
            </a:r>
          </a:p>
          <a:p>
            <a:pPr/>
            <a:r>
              <a:t>Transition: Shift from military operations to international health (SARS) &amp; policy.</a:t>
            </a:r>
          </a:p>
          <a:p>
            <a:pPr/>
            <a:r>
              <a:t>BERTopic achieved 45% higher thematic coherence than traditional LDA.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 &amp; Misinformation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Ethical AI: Mitigating BERT-bias through global multi-source data (GDELT).</a:t>
            </a:r>
          </a:p>
          <a:p>
            <a:pPr/>
            <a:r>
              <a:t>Misinformation: Flagging coordinated 'Semantic Rhythms' &amp; bot-driven echo chambers.</a:t>
            </a:r>
          </a:p>
          <a:p>
            <a:pPr/>
            <a:r>
              <a:t>Outcome: Safer, more resilient information ecosystems for society.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Dynamic Trend Detector is a scalable, industrial-ready solution.</a:t>
            </a:r>
          </a:p>
          <a:p>
            <a:pPr/>
            <a:r>
              <a:t>Bridging Statistical Rigor with Neural Context.</a:t>
            </a:r>
          </a:p>
          <a:p>
            <a:pPr/>
            <a:r>
              <a:t>Paving the way for proactive societal monitoring.</a:t>
            </a:r>
          </a:p>
          <a:p>
            <a:pPr/>
            <a:r>
              <a:t>Submitted by Navnit Naman &amp; Kanhaiya Kumar.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